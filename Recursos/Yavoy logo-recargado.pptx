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45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5B6FA4-D3E9-8BDD-F4D7-380D90024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C804B9-E296-D4E6-27C2-1190B996C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CDDBAB-7EB6-2138-3E4A-2824A4594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15AEA-BD60-4AE0-A5EE-C1739D6C9D4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79CA21-405C-212A-F711-1F80686CE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BB95E6-449A-DDFC-71D1-378DF2BDD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2BEA-1918-4FB5-A7C6-C085AABCA9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02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4F7616-A1F2-9E27-7B5F-EA594615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155ED8-A1F8-02AA-E695-163187484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BAC8C1-B671-FD51-EA4F-4E20649D0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15AEA-BD60-4AE0-A5EE-C1739D6C9D4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23AC11-143D-ECA8-1CF8-1DB461843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9984F9-6610-3F25-7C1E-E0BD4D880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2BEA-1918-4FB5-A7C6-C085AABCA9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82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316C7D-58CB-BC4B-CBE6-E722D8AC4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105DA4-AFB1-4A8D-1D1E-435341CF8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C2D922-B151-4A02-7913-812786FA2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15AEA-BD60-4AE0-A5EE-C1739D6C9D4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C4A140-2132-90A9-109E-3910922EC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FBF6A0-24E6-B962-E073-5EC57080C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2BEA-1918-4FB5-A7C6-C085AABCA9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760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2B1B0A-FCC5-5D25-7CDD-DFDB259D1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728F0E-46AE-2C2F-29F6-98516B298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4D4A45-A739-5730-1467-A4865B2CF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2B770A-3E8E-2A5A-05A3-3C2702368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15AEA-BD60-4AE0-A5EE-C1739D6C9D4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6E627A-7575-1C72-DFF3-18A172446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B06595-061E-EC95-96F6-0A9B58DEB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2BEA-1918-4FB5-A7C6-C085AABCA9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134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C6BEF7-E1C6-3874-8825-8A8BFE25D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E5564F-1AD5-0563-1BEC-9785B23DB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D4A3C8A-02AD-747E-8F4B-F4B03BAB6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41D5AB9-E8C2-8766-356E-B001075B6F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D648E25-9739-030F-E8B7-6694F5E66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079963B-3304-5A46-67CC-F5CD4075B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15AEA-BD60-4AE0-A5EE-C1739D6C9D4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3A5EBB7-C378-4A11-3C52-1223F7EA0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D62A3A2-2BD7-2D70-B7EC-E199D6630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2BEA-1918-4FB5-A7C6-C085AABCA9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08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B76FEB-87BD-0F2E-4C41-40234DB06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701D206-917D-9320-F2E4-65B04C0AD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15AEA-BD60-4AE0-A5EE-C1739D6C9D4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0DB3C4F-2C96-9E69-06AC-6905F6A24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333FCA-CAAA-6373-4111-38AECE75E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2BEA-1918-4FB5-A7C6-C085AABCA9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54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F6B0EAD-9C41-72A2-1F77-DF81C9A0B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15AEA-BD60-4AE0-A5EE-C1739D6C9D4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CF340A0-CAE5-B07A-DA75-E1736CE96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2AF2A5-EF06-CA3A-5142-BDA672D2A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2BEA-1918-4FB5-A7C6-C085AABCA9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37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B71BB9-304D-79E0-7EAB-28C391BF5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350FCB-9E91-A6D1-02CE-0948EC1B4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058AACE-1A2D-9615-24A3-80567FCA7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EA6FFB-F4F6-E831-43D3-8D5D84212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15AEA-BD60-4AE0-A5EE-C1739D6C9D4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3CCCD5-236E-2D1B-CDE5-B60DD048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F762236-4EE3-5764-275D-E8B52AFEE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2BEA-1918-4FB5-A7C6-C085AABCA9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95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984EAE-F604-A4D3-6852-D9443A34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F78C91D-9573-5195-2972-50AD49401C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76741BE-6C01-D7A1-92FE-305ED76DA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1582CE-EA3F-E565-DB02-C96E7C10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15AEA-BD60-4AE0-A5EE-C1739D6C9D4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3A3A9C-9DB0-5C3C-3EAD-A82C03EAF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5EA246-3EEF-0731-EB84-04329EBEE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2BEA-1918-4FB5-A7C6-C085AABCA9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084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6C26FF-EE4B-2DC8-BC53-3A7EBDC17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900C927-0A73-52B6-3CBE-AEB1AC437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92055B-8262-0805-8A0D-0BFDAD20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15AEA-BD60-4AE0-A5EE-C1739D6C9D4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127C00-A705-83C9-B299-D57AB2AF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C47195-2571-C72D-FB09-C95F1AEBD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2BEA-1918-4FB5-A7C6-C085AABCA9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248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B00006C-FA47-4119-540C-C199159614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853F61B-19E8-8704-BCB1-A4F20CC41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ABED59-460F-04D8-132F-6A1312926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15AEA-BD60-4AE0-A5EE-C1739D6C9D4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8D29EC-774B-8353-E270-EF5024A62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49726F-87E7-3C17-3F44-B35C67DC2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2BEA-1918-4FB5-A7C6-C085AABCA9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026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AF1468-7039-B596-5F7E-6AFBFCB18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21C23E-EA8E-F27B-D856-44EB09977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7D5C08-478A-C546-0FF1-577E08C166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415AEA-BD60-4AE0-A5EE-C1739D6C9D4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704992-ECA8-6814-9637-A3D2B2837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A3EE94-4A1D-3BEB-128A-41A42B08A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B2BEA-1918-4FB5-A7C6-C085AABCA9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81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Un dibujo de una cara feliz">
            <a:extLst>
              <a:ext uri="{FF2B5EF4-FFF2-40B4-BE49-F238E27FC236}">
                <a16:creationId xmlns:a16="http://schemas.microsoft.com/office/drawing/2014/main" id="{A4B1B9FD-7EB3-3AD9-8885-A26DF92DB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266" y="2125243"/>
            <a:ext cx="5978012" cy="169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3090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Gonzalo Torres del Fierro</dc:creator>
  <cp:lastModifiedBy>Gonzalo Torres del Fierro</cp:lastModifiedBy>
  <cp:revision>1</cp:revision>
  <dcterms:created xsi:type="dcterms:W3CDTF">2025-10-21T16:36:55Z</dcterms:created>
  <dcterms:modified xsi:type="dcterms:W3CDTF">2025-10-21T16:52:37Z</dcterms:modified>
</cp:coreProperties>
</file>