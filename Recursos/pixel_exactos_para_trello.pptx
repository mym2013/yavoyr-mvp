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4C06"/>
    <a:srgbClr val="9900CC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61E9E2-BFC7-405F-9ADB-C81EA75C1AE5}" v="41" dt="2022-09-27T15:45:54.8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nzalo Torres del Fierro" userId="05d8e7bfdf3d4841" providerId="LiveId" clId="{E761E9E2-BFC7-405F-9ADB-C81EA75C1AE5}"/>
    <pc:docChg chg="undo custSel addSld modSld">
      <pc:chgData name="Gonzalo Torres del Fierro" userId="05d8e7bfdf3d4841" providerId="LiveId" clId="{E761E9E2-BFC7-405F-9ADB-C81EA75C1AE5}" dt="2022-09-27T15:45:54.846" v="591" actId="164"/>
      <pc:docMkLst>
        <pc:docMk/>
      </pc:docMkLst>
      <pc:sldChg chg="addSp delSp modSp mod">
        <pc:chgData name="Gonzalo Torres del Fierro" userId="05d8e7bfdf3d4841" providerId="LiveId" clId="{E761E9E2-BFC7-405F-9ADB-C81EA75C1AE5}" dt="2022-09-27T15:15:49.014" v="218" actId="21"/>
        <pc:sldMkLst>
          <pc:docMk/>
          <pc:sldMk cId="2924677458" sldId="256"/>
        </pc:sldMkLst>
        <pc:spChg chg="mod">
          <ac:chgData name="Gonzalo Torres del Fierro" userId="05d8e7bfdf3d4841" providerId="LiveId" clId="{E761E9E2-BFC7-405F-9ADB-C81EA75C1AE5}" dt="2022-09-27T14:49:47.533" v="11" actId="164"/>
          <ac:spMkLst>
            <pc:docMk/>
            <pc:sldMk cId="2924677458" sldId="256"/>
            <ac:spMk id="8" creationId="{384FD735-9B86-BBF4-C8C4-37AB80BD61AB}"/>
          </ac:spMkLst>
        </pc:spChg>
        <pc:spChg chg="add mod">
          <ac:chgData name="Gonzalo Torres del Fierro" userId="05d8e7bfdf3d4841" providerId="LiveId" clId="{E761E9E2-BFC7-405F-9ADB-C81EA75C1AE5}" dt="2022-09-27T15:11:33.823" v="198" actId="1076"/>
          <ac:spMkLst>
            <pc:docMk/>
            <pc:sldMk cId="2924677458" sldId="256"/>
            <ac:spMk id="16" creationId="{E8457725-79EC-A641-0BB2-47D43C7BA21B}"/>
          </ac:spMkLst>
        </pc:spChg>
        <pc:spChg chg="add mod topLvl">
          <ac:chgData name="Gonzalo Torres del Fierro" userId="05d8e7bfdf3d4841" providerId="LiveId" clId="{E761E9E2-BFC7-405F-9ADB-C81EA75C1AE5}" dt="2022-09-27T14:59:57.490" v="153" actId="164"/>
          <ac:spMkLst>
            <pc:docMk/>
            <pc:sldMk cId="2924677458" sldId="256"/>
            <ac:spMk id="17" creationId="{D792AE00-A457-E823-6D3A-B4BA8B9D707A}"/>
          </ac:spMkLst>
        </pc:spChg>
        <pc:spChg chg="mod topLvl">
          <ac:chgData name="Gonzalo Torres del Fierro" userId="05d8e7bfdf3d4841" providerId="LiveId" clId="{E761E9E2-BFC7-405F-9ADB-C81EA75C1AE5}" dt="2022-09-27T15:12:42.520" v="205" actId="20577"/>
          <ac:spMkLst>
            <pc:docMk/>
            <pc:sldMk cId="2924677458" sldId="256"/>
            <ac:spMk id="27" creationId="{FD06FB72-0D15-5392-5E12-1B3D8B49CE5E}"/>
          </ac:spMkLst>
        </pc:spChg>
        <pc:spChg chg="mod">
          <ac:chgData name="Gonzalo Torres del Fierro" userId="05d8e7bfdf3d4841" providerId="LiveId" clId="{E761E9E2-BFC7-405F-9ADB-C81EA75C1AE5}" dt="2022-09-27T15:15:30.316" v="212"/>
          <ac:spMkLst>
            <pc:docMk/>
            <pc:sldMk cId="2924677458" sldId="256"/>
            <ac:spMk id="37" creationId="{BE70400C-C33F-5CF7-DCE5-1E8DE2385DA1}"/>
          </ac:spMkLst>
        </pc:spChg>
        <pc:grpChg chg="add mod">
          <ac:chgData name="Gonzalo Torres del Fierro" userId="05d8e7bfdf3d4841" providerId="LiveId" clId="{E761E9E2-BFC7-405F-9ADB-C81EA75C1AE5}" dt="2022-09-27T14:49:47.533" v="11" actId="164"/>
          <ac:grpSpMkLst>
            <pc:docMk/>
            <pc:sldMk cId="2924677458" sldId="256"/>
            <ac:grpSpMk id="14" creationId="{CE6CC144-331F-D497-F501-16E135EF92A5}"/>
          </ac:grpSpMkLst>
        </pc:grpChg>
        <pc:grpChg chg="add del mod">
          <ac:chgData name="Gonzalo Torres del Fierro" userId="05d8e7bfdf3d4841" providerId="LiveId" clId="{E761E9E2-BFC7-405F-9ADB-C81EA75C1AE5}" dt="2022-09-27T14:59:21.068" v="139" actId="165"/>
          <ac:grpSpMkLst>
            <pc:docMk/>
            <pc:sldMk cId="2924677458" sldId="256"/>
            <ac:grpSpMk id="22" creationId="{263C92C8-CC5A-6220-B25A-F0EF37078E4A}"/>
          </ac:grpSpMkLst>
        </pc:grpChg>
        <pc:grpChg chg="add mod">
          <ac:chgData name="Gonzalo Torres del Fierro" userId="05d8e7bfdf3d4841" providerId="LiveId" clId="{E761E9E2-BFC7-405F-9ADB-C81EA75C1AE5}" dt="2022-09-27T14:59:57.490" v="153" actId="164"/>
          <ac:grpSpMkLst>
            <pc:docMk/>
            <pc:sldMk cId="2924677458" sldId="256"/>
            <ac:grpSpMk id="25" creationId="{A21D5EEC-AF1A-8F55-22DF-3288C249F084}"/>
          </ac:grpSpMkLst>
        </pc:grpChg>
        <pc:grpChg chg="add del mod">
          <ac:chgData name="Gonzalo Torres del Fierro" userId="05d8e7bfdf3d4841" providerId="LiveId" clId="{E761E9E2-BFC7-405F-9ADB-C81EA75C1AE5}" dt="2022-09-27T15:11:03.394" v="187" actId="165"/>
          <ac:grpSpMkLst>
            <pc:docMk/>
            <pc:sldMk cId="2924677458" sldId="256"/>
            <ac:grpSpMk id="26" creationId="{DF6A6006-C357-B57F-B3A6-D365A2B04E00}"/>
          </ac:grpSpMkLst>
        </pc:grpChg>
        <pc:grpChg chg="add mod">
          <ac:chgData name="Gonzalo Torres del Fierro" userId="05d8e7bfdf3d4841" providerId="LiveId" clId="{E761E9E2-BFC7-405F-9ADB-C81EA75C1AE5}" dt="2022-09-27T15:11:42.090" v="199" actId="164"/>
          <ac:grpSpMkLst>
            <pc:docMk/>
            <pc:sldMk cId="2924677458" sldId="256"/>
            <ac:grpSpMk id="33" creationId="{54AFF6CF-5316-960E-0608-6742321CE9FE}"/>
          </ac:grpSpMkLst>
        </pc:grpChg>
        <pc:grpChg chg="add del mod">
          <ac:chgData name="Gonzalo Torres del Fierro" userId="05d8e7bfdf3d4841" providerId="LiveId" clId="{E761E9E2-BFC7-405F-9ADB-C81EA75C1AE5}" dt="2022-09-27T15:15:49.014" v="218" actId="21"/>
          <ac:grpSpMkLst>
            <pc:docMk/>
            <pc:sldMk cId="2924677458" sldId="256"/>
            <ac:grpSpMk id="36" creationId="{D34D6DC3-3561-D1FC-4C11-7FA9AE52FF16}"/>
          </ac:grpSpMkLst>
        </pc:grpChg>
        <pc:picChg chg="mod">
          <ac:chgData name="Gonzalo Torres del Fierro" userId="05d8e7bfdf3d4841" providerId="LiveId" clId="{E761E9E2-BFC7-405F-9ADB-C81EA75C1AE5}" dt="2022-09-27T14:52:19.247" v="13" actId="1076"/>
          <ac:picMkLst>
            <pc:docMk/>
            <pc:sldMk cId="2924677458" sldId="256"/>
            <ac:picMk id="11" creationId="{4A27878A-A77A-A4C4-BACA-6051507139CC}"/>
          </ac:picMkLst>
        </pc:picChg>
        <pc:picChg chg="add mod">
          <ac:chgData name="Gonzalo Torres del Fierro" userId="05d8e7bfdf3d4841" providerId="LiveId" clId="{E761E9E2-BFC7-405F-9ADB-C81EA75C1AE5}" dt="2022-09-27T14:49:47.533" v="11" actId="164"/>
          <ac:picMkLst>
            <pc:docMk/>
            <pc:sldMk cId="2924677458" sldId="256"/>
            <ac:picMk id="13" creationId="{15AB55BC-3102-0F84-D557-AAB1660F32B0}"/>
          </ac:picMkLst>
        </pc:picChg>
        <pc:picChg chg="add mod topLvl">
          <ac:chgData name="Gonzalo Torres del Fierro" userId="05d8e7bfdf3d4841" providerId="LiveId" clId="{E761E9E2-BFC7-405F-9ADB-C81EA75C1AE5}" dt="2022-09-27T15:09:57.800" v="154" actId="1076"/>
          <ac:picMkLst>
            <pc:docMk/>
            <pc:sldMk cId="2924677458" sldId="256"/>
            <ac:picMk id="19" creationId="{9060EE09-6673-56FC-3D22-A1FB12CE881C}"/>
          </ac:picMkLst>
        </pc:picChg>
        <pc:picChg chg="add del mod">
          <ac:chgData name="Gonzalo Torres del Fierro" userId="05d8e7bfdf3d4841" providerId="LiveId" clId="{E761E9E2-BFC7-405F-9ADB-C81EA75C1AE5}" dt="2022-09-27T14:56:57.688" v="134" actId="478"/>
          <ac:picMkLst>
            <pc:docMk/>
            <pc:sldMk cId="2924677458" sldId="256"/>
            <ac:picMk id="21" creationId="{5179D548-F702-4350-8E2F-8FEE10F4FCC3}"/>
          </ac:picMkLst>
        </pc:picChg>
        <pc:picChg chg="add mod">
          <ac:chgData name="Gonzalo Torres del Fierro" userId="05d8e7bfdf3d4841" providerId="LiveId" clId="{E761E9E2-BFC7-405F-9ADB-C81EA75C1AE5}" dt="2022-09-27T14:59:57.490" v="153" actId="164"/>
          <ac:picMkLst>
            <pc:docMk/>
            <pc:sldMk cId="2924677458" sldId="256"/>
            <ac:picMk id="24" creationId="{3B5BF900-BE9C-BC12-BD74-9E71E211851C}"/>
          </ac:picMkLst>
        </pc:picChg>
        <pc:picChg chg="mod topLvl">
          <ac:chgData name="Gonzalo Torres del Fierro" userId="05d8e7bfdf3d4841" providerId="LiveId" clId="{E761E9E2-BFC7-405F-9ADB-C81EA75C1AE5}" dt="2022-09-27T15:11:11.236" v="191" actId="1076"/>
          <ac:picMkLst>
            <pc:docMk/>
            <pc:sldMk cId="2924677458" sldId="256"/>
            <ac:picMk id="28" creationId="{076CD9BB-CFE0-B5D5-9A39-2DC297995F37}"/>
          </ac:picMkLst>
        </pc:picChg>
        <pc:picChg chg="add del mod">
          <ac:chgData name="Gonzalo Torres del Fierro" userId="05d8e7bfdf3d4841" providerId="LiveId" clId="{E761E9E2-BFC7-405F-9ADB-C81EA75C1AE5}" dt="2022-09-27T15:10:50.641" v="181" actId="478"/>
          <ac:picMkLst>
            <pc:docMk/>
            <pc:sldMk cId="2924677458" sldId="256"/>
            <ac:picMk id="30" creationId="{06F860D7-4DFD-43B9-DC97-3CC68C0B45DC}"/>
          </ac:picMkLst>
        </pc:picChg>
        <pc:picChg chg="add mod">
          <ac:chgData name="Gonzalo Torres del Fierro" userId="05d8e7bfdf3d4841" providerId="LiveId" clId="{E761E9E2-BFC7-405F-9ADB-C81EA75C1AE5}" dt="2022-09-27T15:11:42.090" v="199" actId="164"/>
          <ac:picMkLst>
            <pc:docMk/>
            <pc:sldMk cId="2924677458" sldId="256"/>
            <ac:picMk id="32" creationId="{384FCD6B-D394-1D6A-F06B-BD7C7F95288D}"/>
          </ac:picMkLst>
        </pc:picChg>
        <pc:picChg chg="add del mod">
          <ac:chgData name="Gonzalo Torres del Fierro" userId="05d8e7bfdf3d4841" providerId="LiveId" clId="{E761E9E2-BFC7-405F-9ADB-C81EA75C1AE5}" dt="2022-09-27T15:15:40.042" v="215" actId="21"/>
          <ac:picMkLst>
            <pc:docMk/>
            <pc:sldMk cId="2924677458" sldId="256"/>
            <ac:picMk id="35" creationId="{C980AA77-70A8-7B41-F99B-0B6585E56A16}"/>
          </ac:picMkLst>
        </pc:picChg>
        <pc:picChg chg="mod">
          <ac:chgData name="Gonzalo Torres del Fierro" userId="05d8e7bfdf3d4841" providerId="LiveId" clId="{E761E9E2-BFC7-405F-9ADB-C81EA75C1AE5}" dt="2022-09-27T15:15:30.316" v="212"/>
          <ac:picMkLst>
            <pc:docMk/>
            <pc:sldMk cId="2924677458" sldId="256"/>
            <ac:picMk id="38" creationId="{F799A64B-F090-1165-2433-74F93E6DB1A8}"/>
          </ac:picMkLst>
        </pc:picChg>
      </pc:sldChg>
      <pc:sldChg chg="addSp delSp modSp new mod">
        <pc:chgData name="Gonzalo Torres del Fierro" userId="05d8e7bfdf3d4841" providerId="LiveId" clId="{E761E9E2-BFC7-405F-9ADB-C81EA75C1AE5}" dt="2022-09-27T15:45:54.846" v="591" actId="164"/>
        <pc:sldMkLst>
          <pc:docMk/>
          <pc:sldMk cId="84837129" sldId="257"/>
        </pc:sldMkLst>
        <pc:spChg chg="del mod topLvl">
          <ac:chgData name="Gonzalo Torres del Fierro" userId="05d8e7bfdf3d4841" providerId="LiveId" clId="{E761E9E2-BFC7-405F-9ADB-C81EA75C1AE5}" dt="2022-09-27T15:16:13.115" v="224" actId="21"/>
          <ac:spMkLst>
            <pc:docMk/>
            <pc:sldMk cId="84837129" sldId="257"/>
            <ac:spMk id="4" creationId="{5857EB2B-2558-CAA9-2D7D-E27D7AC6EFF6}"/>
          </ac:spMkLst>
        </pc:spChg>
        <pc:spChg chg="mod topLvl">
          <ac:chgData name="Gonzalo Torres del Fierro" userId="05d8e7bfdf3d4841" providerId="LiveId" clId="{E761E9E2-BFC7-405F-9ADB-C81EA75C1AE5}" dt="2022-09-27T15:32:44.076" v="434" actId="164"/>
          <ac:spMkLst>
            <pc:docMk/>
            <pc:sldMk cId="84837129" sldId="257"/>
            <ac:spMk id="7" creationId="{603B4256-09C6-90A3-A855-213BEEB55A8B}"/>
          </ac:spMkLst>
        </pc:spChg>
        <pc:spChg chg="add mod">
          <ac:chgData name="Gonzalo Torres del Fierro" userId="05d8e7bfdf3d4841" providerId="LiveId" clId="{E761E9E2-BFC7-405F-9ADB-C81EA75C1AE5}" dt="2022-09-27T15:29:59.416" v="412" actId="164"/>
          <ac:spMkLst>
            <pc:docMk/>
            <pc:sldMk cId="84837129" sldId="257"/>
            <ac:spMk id="12" creationId="{141E8808-72D9-C481-B207-9509A01119F2}"/>
          </ac:spMkLst>
        </pc:spChg>
        <pc:spChg chg="add mod">
          <ac:chgData name="Gonzalo Torres del Fierro" userId="05d8e7bfdf3d4841" providerId="LiveId" clId="{E761E9E2-BFC7-405F-9ADB-C81EA75C1AE5}" dt="2022-09-27T15:37:47.415" v="504" actId="164"/>
          <ac:spMkLst>
            <pc:docMk/>
            <pc:sldMk cId="84837129" sldId="257"/>
            <ac:spMk id="20" creationId="{17169A63-9648-237E-7439-32A62C19E130}"/>
          </ac:spMkLst>
        </pc:spChg>
        <pc:spChg chg="mod topLvl">
          <ac:chgData name="Gonzalo Torres del Fierro" userId="05d8e7bfdf3d4841" providerId="LiveId" clId="{E761E9E2-BFC7-405F-9ADB-C81EA75C1AE5}" dt="2022-09-27T15:42:48.202" v="570" actId="164"/>
          <ac:spMkLst>
            <pc:docMk/>
            <pc:sldMk cId="84837129" sldId="257"/>
            <ac:spMk id="37" creationId="{78DA6FA7-FBE2-3321-4362-F7D59F82DFF3}"/>
          </ac:spMkLst>
        </pc:spChg>
        <pc:spChg chg="mod topLvl">
          <ac:chgData name="Gonzalo Torres del Fierro" userId="05d8e7bfdf3d4841" providerId="LiveId" clId="{E761E9E2-BFC7-405F-9ADB-C81EA75C1AE5}" dt="2022-09-27T15:45:54.846" v="591" actId="164"/>
          <ac:spMkLst>
            <pc:docMk/>
            <pc:sldMk cId="84837129" sldId="257"/>
            <ac:spMk id="45" creationId="{6DB37B49-F4A7-5B8D-A57E-516AC4EDA746}"/>
          </ac:spMkLst>
        </pc:spChg>
        <pc:grpChg chg="add del mod">
          <ac:chgData name="Gonzalo Torres del Fierro" userId="05d8e7bfdf3d4841" providerId="LiveId" clId="{E761E9E2-BFC7-405F-9ADB-C81EA75C1AE5}" dt="2022-09-27T15:15:54.672" v="221" actId="478"/>
          <ac:grpSpMkLst>
            <pc:docMk/>
            <pc:sldMk cId="84837129" sldId="257"/>
            <ac:grpSpMk id="3" creationId="{FB272FDF-77E8-0670-77FD-74CE0A3BE842}"/>
          </ac:grpSpMkLst>
        </pc:grpChg>
        <pc:grpChg chg="add del mod">
          <ac:chgData name="Gonzalo Torres del Fierro" userId="05d8e7bfdf3d4841" providerId="LiveId" clId="{E761E9E2-BFC7-405F-9ADB-C81EA75C1AE5}" dt="2022-09-27T15:16:20.956" v="226" actId="165"/>
          <ac:grpSpMkLst>
            <pc:docMk/>
            <pc:sldMk cId="84837129" sldId="257"/>
            <ac:grpSpMk id="6" creationId="{1B779022-57C4-0508-EC59-F0EC412C237E}"/>
          </ac:grpSpMkLst>
        </pc:grpChg>
        <pc:grpChg chg="add del mod">
          <ac:chgData name="Gonzalo Torres del Fierro" userId="05d8e7bfdf3d4841" providerId="LiveId" clId="{E761E9E2-BFC7-405F-9ADB-C81EA75C1AE5}" dt="2022-09-27T15:25:05.659" v="350" actId="165"/>
          <ac:grpSpMkLst>
            <pc:docMk/>
            <pc:sldMk cId="84837129" sldId="257"/>
            <ac:grpSpMk id="11" creationId="{896E8E49-75DE-48FA-418D-7480A6F349C9}"/>
          </ac:grpSpMkLst>
        </pc:grpChg>
        <pc:grpChg chg="add mod">
          <ac:chgData name="Gonzalo Torres del Fierro" userId="05d8e7bfdf3d4841" providerId="LiveId" clId="{E761E9E2-BFC7-405F-9ADB-C81EA75C1AE5}" dt="2022-09-27T15:35:49.232" v="437" actId="1076"/>
          <ac:grpSpMkLst>
            <pc:docMk/>
            <pc:sldMk cId="84837129" sldId="257"/>
            <ac:grpSpMk id="15" creationId="{E52BA912-BE50-0C18-625F-52E7A1C89E35}"/>
          </ac:grpSpMkLst>
        </pc:grpChg>
        <pc:grpChg chg="add del mod">
          <ac:chgData name="Gonzalo Torres del Fierro" userId="05d8e7bfdf3d4841" providerId="LiveId" clId="{E761E9E2-BFC7-405F-9ADB-C81EA75C1AE5}" dt="2022-09-27T15:31:01.865" v="414" actId="165"/>
          <ac:grpSpMkLst>
            <pc:docMk/>
            <pc:sldMk cId="84837129" sldId="257"/>
            <ac:grpSpMk id="16" creationId="{114788F2-4488-1635-D0FC-F93263D9C53C}"/>
          </ac:grpSpMkLst>
        </pc:grpChg>
        <pc:grpChg chg="add mod">
          <ac:chgData name="Gonzalo Torres del Fierro" userId="05d8e7bfdf3d4841" providerId="LiveId" clId="{E761E9E2-BFC7-405F-9ADB-C81EA75C1AE5}" dt="2022-09-27T15:32:44.076" v="434" actId="164"/>
          <ac:grpSpMkLst>
            <pc:docMk/>
            <pc:sldMk cId="84837129" sldId="257"/>
            <ac:grpSpMk id="19" creationId="{46602032-E0B7-E5B9-3F25-643B8DB0B627}"/>
          </ac:grpSpMkLst>
        </pc:grpChg>
        <pc:grpChg chg="add mod">
          <ac:chgData name="Gonzalo Torres del Fierro" userId="05d8e7bfdf3d4841" providerId="LiveId" clId="{E761E9E2-BFC7-405F-9ADB-C81EA75C1AE5}" dt="2022-09-27T15:37:47.415" v="504" actId="164"/>
          <ac:grpSpMkLst>
            <pc:docMk/>
            <pc:sldMk cId="84837129" sldId="257"/>
            <ac:grpSpMk id="35" creationId="{04BB27B5-F307-E7D6-6802-62E69BAA57AB}"/>
          </ac:grpSpMkLst>
        </pc:grpChg>
        <pc:grpChg chg="add del mod">
          <ac:chgData name="Gonzalo Torres del Fierro" userId="05d8e7bfdf3d4841" providerId="LiveId" clId="{E761E9E2-BFC7-405F-9ADB-C81EA75C1AE5}" dt="2022-09-27T15:42:21.003" v="546" actId="165"/>
          <ac:grpSpMkLst>
            <pc:docMk/>
            <pc:sldMk cId="84837129" sldId="257"/>
            <ac:grpSpMk id="36" creationId="{1B4E8E64-E75D-F686-6FF4-875AA2EF0DAD}"/>
          </ac:grpSpMkLst>
        </pc:grpChg>
        <pc:grpChg chg="add mod">
          <ac:chgData name="Gonzalo Torres del Fierro" userId="05d8e7bfdf3d4841" providerId="LiveId" clId="{E761E9E2-BFC7-405F-9ADB-C81EA75C1AE5}" dt="2022-09-27T15:42:48.202" v="570" actId="164"/>
          <ac:grpSpMkLst>
            <pc:docMk/>
            <pc:sldMk cId="84837129" sldId="257"/>
            <ac:grpSpMk id="43" creationId="{535603AA-9736-7280-D2F6-B404AA4DD486}"/>
          </ac:grpSpMkLst>
        </pc:grpChg>
        <pc:grpChg chg="add del mod">
          <ac:chgData name="Gonzalo Torres del Fierro" userId="05d8e7bfdf3d4841" providerId="LiveId" clId="{E761E9E2-BFC7-405F-9ADB-C81EA75C1AE5}" dt="2022-09-27T15:45:23.471" v="582" actId="165"/>
          <ac:grpSpMkLst>
            <pc:docMk/>
            <pc:sldMk cId="84837129" sldId="257"/>
            <ac:grpSpMk id="44" creationId="{B46C3A05-96F1-3D8E-6849-5003A16140E8}"/>
          </ac:grpSpMkLst>
        </pc:grpChg>
        <pc:grpChg chg="add mod">
          <ac:chgData name="Gonzalo Torres del Fierro" userId="05d8e7bfdf3d4841" providerId="LiveId" clId="{E761E9E2-BFC7-405F-9ADB-C81EA75C1AE5}" dt="2022-09-27T15:45:54.846" v="591" actId="164"/>
          <ac:grpSpMkLst>
            <pc:docMk/>
            <pc:sldMk cId="84837129" sldId="257"/>
            <ac:grpSpMk id="47" creationId="{76603E36-8CC0-A949-D9AB-968A9612019F}"/>
          </ac:grpSpMkLst>
        </pc:grpChg>
        <pc:picChg chg="add mod ord">
          <ac:chgData name="Gonzalo Torres del Fierro" userId="05d8e7bfdf3d4841" providerId="LiveId" clId="{E761E9E2-BFC7-405F-9ADB-C81EA75C1AE5}" dt="2022-09-27T15:24:59.525" v="348" actId="1076"/>
          <ac:picMkLst>
            <pc:docMk/>
            <pc:sldMk cId="84837129" sldId="257"/>
            <ac:picMk id="2" creationId="{0CFA49C8-3807-92E0-C261-C95A5208D936}"/>
          </ac:picMkLst>
        </pc:picChg>
        <pc:picChg chg="del mod topLvl">
          <ac:chgData name="Gonzalo Torres del Fierro" userId="05d8e7bfdf3d4841" providerId="LiveId" clId="{E761E9E2-BFC7-405F-9ADB-C81EA75C1AE5}" dt="2022-09-27T15:15:54.672" v="221" actId="478"/>
          <ac:picMkLst>
            <pc:docMk/>
            <pc:sldMk cId="84837129" sldId="257"/>
            <ac:picMk id="5" creationId="{9C8AE189-F24F-A4BF-FDCC-5D182F5F16CD}"/>
          </ac:picMkLst>
        </pc:picChg>
        <pc:picChg chg="del mod topLvl">
          <ac:chgData name="Gonzalo Torres del Fierro" userId="05d8e7bfdf3d4841" providerId="LiveId" clId="{E761E9E2-BFC7-405F-9ADB-C81EA75C1AE5}" dt="2022-09-27T15:16:23.605" v="227" actId="478"/>
          <ac:picMkLst>
            <pc:docMk/>
            <pc:sldMk cId="84837129" sldId="257"/>
            <ac:picMk id="8" creationId="{EE138A47-9EF1-5AA4-1B6C-46F5459F049D}"/>
          </ac:picMkLst>
        </pc:picChg>
        <pc:picChg chg="add del mod topLvl">
          <ac:chgData name="Gonzalo Torres del Fierro" userId="05d8e7bfdf3d4841" providerId="LiveId" clId="{E761E9E2-BFC7-405F-9ADB-C81EA75C1AE5}" dt="2022-09-27T15:31:07.780" v="417" actId="478"/>
          <ac:picMkLst>
            <pc:docMk/>
            <pc:sldMk cId="84837129" sldId="257"/>
            <ac:picMk id="10" creationId="{378DAC7A-895E-4A4D-7227-525A503BF1D9}"/>
          </ac:picMkLst>
        </pc:picChg>
        <pc:picChg chg="add mod">
          <ac:chgData name="Gonzalo Torres del Fierro" userId="05d8e7bfdf3d4841" providerId="LiveId" clId="{E761E9E2-BFC7-405F-9ADB-C81EA75C1AE5}" dt="2022-09-27T15:29:59.416" v="412" actId="164"/>
          <ac:picMkLst>
            <pc:docMk/>
            <pc:sldMk cId="84837129" sldId="257"/>
            <ac:picMk id="14" creationId="{923AA487-21C0-5578-F86F-FA73CBD20A72}"/>
          </ac:picMkLst>
        </pc:picChg>
        <pc:picChg chg="add mod">
          <ac:chgData name="Gonzalo Torres del Fierro" userId="05d8e7bfdf3d4841" providerId="LiveId" clId="{E761E9E2-BFC7-405F-9ADB-C81EA75C1AE5}" dt="2022-09-27T15:32:44.076" v="434" actId="164"/>
          <ac:picMkLst>
            <pc:docMk/>
            <pc:sldMk cId="84837129" sldId="257"/>
            <ac:picMk id="18" creationId="{1602E11E-EC2A-68AE-A870-358E44EEC7CD}"/>
          </ac:picMkLst>
        </pc:picChg>
        <pc:picChg chg="add mod">
          <ac:chgData name="Gonzalo Torres del Fierro" userId="05d8e7bfdf3d4841" providerId="LiveId" clId="{E761E9E2-BFC7-405F-9ADB-C81EA75C1AE5}" dt="2022-09-27T15:37:47.415" v="504" actId="164"/>
          <ac:picMkLst>
            <pc:docMk/>
            <pc:sldMk cId="84837129" sldId="257"/>
            <ac:picMk id="22" creationId="{52CC791E-A3A6-9A79-BDE6-EF227FECF820}"/>
          </ac:picMkLst>
        </pc:picChg>
        <pc:picChg chg="add del mod">
          <ac:chgData name="Gonzalo Torres del Fierro" userId="05d8e7bfdf3d4841" providerId="LiveId" clId="{E761E9E2-BFC7-405F-9ADB-C81EA75C1AE5}" dt="2022-09-27T15:37:32.628" v="499" actId="478"/>
          <ac:picMkLst>
            <pc:docMk/>
            <pc:sldMk cId="84837129" sldId="257"/>
            <ac:picMk id="24" creationId="{EA9A5B7A-B09C-DEE7-6FFE-AEE3D86DBD5E}"/>
          </ac:picMkLst>
        </pc:picChg>
        <pc:picChg chg="add del mod">
          <ac:chgData name="Gonzalo Torres del Fierro" userId="05d8e7bfdf3d4841" providerId="LiveId" clId="{E761E9E2-BFC7-405F-9ADB-C81EA75C1AE5}" dt="2022-09-27T15:37:31.859" v="498" actId="478"/>
          <ac:picMkLst>
            <pc:docMk/>
            <pc:sldMk cId="84837129" sldId="257"/>
            <ac:picMk id="26" creationId="{4288333E-3C8B-18FB-A391-4297F9E6567F}"/>
          </ac:picMkLst>
        </pc:picChg>
        <pc:picChg chg="add del mod">
          <ac:chgData name="Gonzalo Torres del Fierro" userId="05d8e7bfdf3d4841" providerId="LiveId" clId="{E761E9E2-BFC7-405F-9ADB-C81EA75C1AE5}" dt="2022-09-27T15:37:31.314" v="497" actId="478"/>
          <ac:picMkLst>
            <pc:docMk/>
            <pc:sldMk cId="84837129" sldId="257"/>
            <ac:picMk id="28" creationId="{6883286E-3370-0A4E-624A-E1E4117FB32E}"/>
          </ac:picMkLst>
        </pc:picChg>
        <pc:picChg chg="add del mod">
          <ac:chgData name="Gonzalo Torres del Fierro" userId="05d8e7bfdf3d4841" providerId="LiveId" clId="{E761E9E2-BFC7-405F-9ADB-C81EA75C1AE5}" dt="2022-09-27T15:37:30.777" v="496" actId="478"/>
          <ac:picMkLst>
            <pc:docMk/>
            <pc:sldMk cId="84837129" sldId="257"/>
            <ac:picMk id="30" creationId="{A2391DA4-ED6F-672D-0CD9-A1FDDDE44B98}"/>
          </ac:picMkLst>
        </pc:picChg>
        <pc:picChg chg="add del mod">
          <ac:chgData name="Gonzalo Torres del Fierro" userId="05d8e7bfdf3d4841" providerId="LiveId" clId="{E761E9E2-BFC7-405F-9ADB-C81EA75C1AE5}" dt="2022-09-27T15:37:30.112" v="495" actId="478"/>
          <ac:picMkLst>
            <pc:docMk/>
            <pc:sldMk cId="84837129" sldId="257"/>
            <ac:picMk id="32" creationId="{F9D0BA49-929C-BC0C-7B96-B5BBF82614FB}"/>
          </ac:picMkLst>
        </pc:picChg>
        <pc:picChg chg="add del mod">
          <ac:chgData name="Gonzalo Torres del Fierro" userId="05d8e7bfdf3d4841" providerId="LiveId" clId="{E761E9E2-BFC7-405F-9ADB-C81EA75C1AE5}" dt="2022-09-27T15:37:29.511" v="494" actId="478"/>
          <ac:picMkLst>
            <pc:docMk/>
            <pc:sldMk cId="84837129" sldId="257"/>
            <ac:picMk id="34" creationId="{14BAA441-914A-4698-B018-5BD3A9259708}"/>
          </ac:picMkLst>
        </pc:picChg>
        <pc:picChg chg="del mod topLvl">
          <ac:chgData name="Gonzalo Torres del Fierro" userId="05d8e7bfdf3d4841" providerId="LiveId" clId="{E761E9E2-BFC7-405F-9ADB-C81EA75C1AE5}" dt="2022-09-27T15:42:22.696" v="547" actId="478"/>
          <ac:picMkLst>
            <pc:docMk/>
            <pc:sldMk cId="84837129" sldId="257"/>
            <ac:picMk id="38" creationId="{AB8F7240-EB95-BFC3-56AE-CB986F3DAC4F}"/>
          </ac:picMkLst>
        </pc:picChg>
        <pc:picChg chg="add mod ord">
          <ac:chgData name="Gonzalo Torres del Fierro" userId="05d8e7bfdf3d4841" providerId="LiveId" clId="{E761E9E2-BFC7-405F-9ADB-C81EA75C1AE5}" dt="2022-09-27T15:45:54.846" v="591" actId="164"/>
          <ac:picMkLst>
            <pc:docMk/>
            <pc:sldMk cId="84837129" sldId="257"/>
            <ac:picMk id="40" creationId="{1C7F9EF4-4EF0-7D9D-022C-D40512045161}"/>
          </ac:picMkLst>
        </pc:picChg>
        <pc:picChg chg="add mod">
          <ac:chgData name="Gonzalo Torres del Fierro" userId="05d8e7bfdf3d4841" providerId="LiveId" clId="{E761E9E2-BFC7-405F-9ADB-C81EA75C1AE5}" dt="2022-09-27T15:42:48.202" v="570" actId="164"/>
          <ac:picMkLst>
            <pc:docMk/>
            <pc:sldMk cId="84837129" sldId="257"/>
            <ac:picMk id="42" creationId="{AD9E4D6F-28FF-5CE1-9A9C-3B2176252606}"/>
          </ac:picMkLst>
        </pc:picChg>
        <pc:picChg chg="del mod topLvl">
          <ac:chgData name="Gonzalo Torres del Fierro" userId="05d8e7bfdf3d4841" providerId="LiveId" clId="{E761E9E2-BFC7-405F-9ADB-C81EA75C1AE5}" dt="2022-09-27T15:45:24.987" v="583" actId="478"/>
          <ac:picMkLst>
            <pc:docMk/>
            <pc:sldMk cId="84837129" sldId="257"/>
            <ac:picMk id="46" creationId="{2B77F59F-26E4-AD94-AF6D-EBD21B8239A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1128A1-9702-80F3-33FB-BE4FA41FF5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E3D6942-72D9-C6C9-CE36-51A27EF968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F1C955-5ABD-7FC2-7A26-8AAB9EA36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F21A-F15F-4E75-A051-DE6A603B92B5}" type="datetimeFigureOut">
              <a:rPr lang="es-CL" smtClean="0"/>
              <a:t>27-09-2022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DE7E35-D72B-6AA7-A1BE-F6F3DFB6F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77BB38-645C-9D55-CBB8-8BA26E7E5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90771-2EDB-4A7B-9D66-CE75A7EF52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84761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446BFD-7765-814F-48C7-B0A043D00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627EB0-9BDB-68BF-B457-6FB193F90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63C25A-16E6-34D1-D495-7F2F39A9E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F21A-F15F-4E75-A051-DE6A603B92B5}" type="datetimeFigureOut">
              <a:rPr lang="es-CL" smtClean="0"/>
              <a:t>27-09-2022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234FED-122E-252B-9CBA-E4A9E00A3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B02AC0-579D-1CBA-9AC5-289901AF4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90771-2EDB-4A7B-9D66-CE75A7EF52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1508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D16A55-7231-3083-E307-8D0177BAD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8201E4-FC08-450B-AEEB-EE15B166CF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5655D5-261A-EA80-C70F-B29B291D4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F21A-F15F-4E75-A051-DE6A603B92B5}" type="datetimeFigureOut">
              <a:rPr lang="es-CL" smtClean="0"/>
              <a:t>27-09-2022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342971-5558-1F74-14D9-AB7C839F4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F86FF6-F1E4-33F4-AF26-A348AA8AA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90771-2EDB-4A7B-9D66-CE75A7EF52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29750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3E4901-CF01-58B5-7E2D-868132E06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5A9325-AAE1-65AE-6CF4-403069750F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0C9CAD0-1696-73C1-980B-AD9CED15B7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21F7463-B916-8296-A9E7-15A8AD195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F21A-F15F-4E75-A051-DE6A603B92B5}" type="datetimeFigureOut">
              <a:rPr lang="es-CL" smtClean="0"/>
              <a:t>27-09-2022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59AAF08-7AAE-C5FB-E607-6BD554E98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3BF3C23-F60F-139E-39C5-D470355E2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90771-2EDB-4A7B-9D66-CE75A7EF52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0114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6BEB37-FC5C-233A-9A95-D581895EA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9EC7B5-C82C-C06A-9AAE-EB3C37C6F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08296D-0279-025D-44B2-2CD75A51BD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E06446C-4384-A6B5-0ED4-9B36172488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A4321EB-32AC-985B-B05E-9291B4FD7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367676D-081B-7516-B8C2-10A3DE4C1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F21A-F15F-4E75-A051-DE6A603B92B5}" type="datetimeFigureOut">
              <a:rPr lang="es-CL" smtClean="0"/>
              <a:t>27-09-2022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9F42C49-5447-E425-4064-D63226496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B5669E3-0753-2767-C8FD-ABF0A9F01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90771-2EDB-4A7B-9D66-CE75A7EF52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99342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BED38D-76A6-4BC0-924A-DBC7366BE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98B3F5F-A644-C40E-DFF9-A378C4614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F21A-F15F-4E75-A051-DE6A603B92B5}" type="datetimeFigureOut">
              <a:rPr lang="es-CL" smtClean="0"/>
              <a:t>27-09-2022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78C199E-432C-C4FC-463B-3F18A5C92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B250617-8973-FDBC-3341-C9102FABA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90771-2EDB-4A7B-9D66-CE75A7EF52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59330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8E11FF8-3936-4A08-5028-DA959CB77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F21A-F15F-4E75-A051-DE6A603B92B5}" type="datetimeFigureOut">
              <a:rPr lang="es-CL" smtClean="0"/>
              <a:t>27-09-2022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5668087-3C98-860F-B43B-B03F1BA76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4241296-6D97-AD88-9C8E-3B6E65DF1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90771-2EDB-4A7B-9D66-CE75A7EF52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79196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DFEFD3-3B45-EDD1-28C6-12A55EC59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9053FD-BDC7-2577-7CDA-355C23983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6D3EDD6-248E-2832-372A-A7E7E0AF13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D54B78A-D3AA-0F1E-F0E9-50CD00C5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F21A-F15F-4E75-A051-DE6A603B92B5}" type="datetimeFigureOut">
              <a:rPr lang="es-CL" smtClean="0"/>
              <a:t>27-09-2022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2317187-3BAE-4021-F225-160B39CD7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D72E4B-2598-61C5-2C40-F07E9BEDF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90771-2EDB-4A7B-9D66-CE75A7EF52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50961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AAB023-2702-19B7-0A2A-467C3C75C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F16D622-02E6-19E2-96C2-A27DCB15BD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60093D2-828E-EB6B-0F29-0C4007352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532F6EB-DB8A-F28A-2576-7DB1893D4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F21A-F15F-4E75-A051-DE6A603B92B5}" type="datetimeFigureOut">
              <a:rPr lang="es-CL" smtClean="0"/>
              <a:t>27-09-2022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BEBD2E0-1DA2-F829-C9B8-110F5C73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033738E-6DA5-2D8A-7DA4-BA9271220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90771-2EDB-4A7B-9D66-CE75A7EF52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4854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CB0574-047C-312C-55C5-168C67FD2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590FEDE-7846-5040-669B-9704C12794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813D11-971A-ED26-98A5-318BA120B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F21A-F15F-4E75-A051-DE6A603B92B5}" type="datetimeFigureOut">
              <a:rPr lang="es-CL" smtClean="0"/>
              <a:t>27-09-2022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178850-7F8B-60AD-53CD-02769CAA6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6E1D7D-1FE6-87E3-ED76-2EA0E5954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90771-2EDB-4A7B-9D66-CE75A7EF52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96451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3C55BC-A942-A9B8-23C3-62BD2B52E5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CBF8D54-624C-E036-D514-F77EA49277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830C22-B2FF-3305-7AA7-FB42A9045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F21A-F15F-4E75-A051-DE6A603B92B5}" type="datetimeFigureOut">
              <a:rPr lang="es-CL" smtClean="0"/>
              <a:t>27-09-2022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E75E72-9761-8341-E2A0-EF5475A94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5A26856-1822-A1CF-0C2E-49733E575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90771-2EDB-4A7B-9D66-CE75A7EF52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05116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2321889-8BF2-588D-F525-C9D995BCE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67500D2-07AD-AF9E-5B20-0940A0C98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E3165E-EAB2-C1F2-BDDD-BFBA226F31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AF21A-F15F-4E75-A051-DE6A603B92B5}" type="datetimeFigureOut">
              <a:rPr lang="es-CL" smtClean="0"/>
              <a:t>27-09-2022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DFFA89-9835-37BE-6267-E1CBC629EB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B14E1E-5269-9E02-B7D1-CD985B5B6F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90771-2EDB-4A7B-9D66-CE75A7EF52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39862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420853FF-7328-6355-273D-D178432FF812}"/>
              </a:ext>
            </a:extLst>
          </p:cNvPr>
          <p:cNvSpPr/>
          <p:nvPr/>
        </p:nvSpPr>
        <p:spPr>
          <a:xfrm>
            <a:off x="554182" y="762000"/>
            <a:ext cx="3297382" cy="14131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00B0F0"/>
                </a:solidFill>
              </a:rPr>
              <a:t>                </a:t>
            </a:r>
            <a:r>
              <a:rPr lang="es-CL" sz="2800" dirty="0">
                <a:solidFill>
                  <a:srgbClr val="00B0F0"/>
                </a:solidFill>
              </a:rPr>
              <a:t>Recursos</a:t>
            </a:r>
          </a:p>
        </p:txBody>
      </p:sp>
      <p:pic>
        <p:nvPicPr>
          <p:cNvPr id="6" name="Imagen 5" descr="Imagen que contiene plato, señal, reloj&#10;&#10;Descripción generada automáticamente">
            <a:extLst>
              <a:ext uri="{FF2B5EF4-FFF2-40B4-BE49-F238E27FC236}">
                <a16:creationId xmlns:a16="http://schemas.microsoft.com/office/drawing/2014/main" id="{270AD0A0-B589-9107-6F0B-74B40D25EA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735" y="934230"/>
            <a:ext cx="1068702" cy="1068702"/>
          </a:xfrm>
          <a:prstGeom prst="rect">
            <a:avLst/>
          </a:prstGeom>
        </p:spPr>
      </p:pic>
      <p:pic>
        <p:nvPicPr>
          <p:cNvPr id="11" name="Imagen 10" descr="Icono&#10;&#10;Descripción generada automáticamente">
            <a:extLst>
              <a:ext uri="{FF2B5EF4-FFF2-40B4-BE49-F238E27FC236}">
                <a16:creationId xmlns:a16="http://schemas.microsoft.com/office/drawing/2014/main" id="{4A27878A-A77A-A4C4-BACA-6051507139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090" y="2616139"/>
            <a:ext cx="997527" cy="997527"/>
          </a:xfrm>
          <a:prstGeom prst="rect">
            <a:avLst/>
          </a:prstGeom>
        </p:spPr>
      </p:pic>
      <p:grpSp>
        <p:nvGrpSpPr>
          <p:cNvPr id="14" name="Grupo 13">
            <a:extLst>
              <a:ext uri="{FF2B5EF4-FFF2-40B4-BE49-F238E27FC236}">
                <a16:creationId xmlns:a16="http://schemas.microsoft.com/office/drawing/2014/main" id="{CE6CC144-331F-D497-F501-16E135EF92A5}"/>
              </a:ext>
            </a:extLst>
          </p:cNvPr>
          <p:cNvGrpSpPr/>
          <p:nvPr/>
        </p:nvGrpSpPr>
        <p:grpSpPr>
          <a:xfrm>
            <a:off x="5805054" y="762000"/>
            <a:ext cx="3297382" cy="1413163"/>
            <a:chOff x="5805054" y="762000"/>
            <a:chExt cx="3297382" cy="1413163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384FD735-9B86-BBF4-C8C4-37AB80BD61AB}"/>
                </a:ext>
              </a:extLst>
            </p:cNvPr>
            <p:cNvSpPr/>
            <p:nvPr/>
          </p:nvSpPr>
          <p:spPr>
            <a:xfrm>
              <a:off x="5805054" y="762000"/>
              <a:ext cx="3297382" cy="1413163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00B0F0"/>
                  </a:solidFill>
                </a:rPr>
                <a:t>               </a:t>
              </a:r>
              <a:r>
                <a:rPr lang="es-CL" sz="2400" b="1" dirty="0">
                  <a:solidFill>
                    <a:srgbClr val="00B0F0"/>
                  </a:solidFill>
                </a:rPr>
                <a:t>Programando </a:t>
              </a:r>
            </a:p>
          </p:txBody>
        </p:sp>
        <p:pic>
          <p:nvPicPr>
            <p:cNvPr id="13" name="Imagen 12" descr="Logotipo&#10;&#10;Descripción generada automáticamente">
              <a:extLst>
                <a:ext uri="{FF2B5EF4-FFF2-40B4-BE49-F238E27FC236}">
                  <a16:creationId xmlns:a16="http://schemas.microsoft.com/office/drawing/2014/main" id="{15AB55BC-3102-0F84-D557-AAB1660F3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15889" y="933278"/>
              <a:ext cx="1241885" cy="1241885"/>
            </a:xfrm>
            <a:prstGeom prst="rect">
              <a:avLst/>
            </a:prstGeom>
          </p:spPr>
        </p:pic>
      </p:grp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8457725-79EC-A641-0BB2-47D43C7BA21B}"/>
              </a:ext>
            </a:extLst>
          </p:cNvPr>
          <p:cNvSpPr txBox="1"/>
          <p:nvPr/>
        </p:nvSpPr>
        <p:spPr>
          <a:xfrm>
            <a:off x="951220" y="411443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https://www.iconfinder.com/iconsets/office-222</a:t>
            </a:r>
          </a:p>
        </p:txBody>
      </p:sp>
      <p:pic>
        <p:nvPicPr>
          <p:cNvPr id="19" name="Imagen 18" descr="Icono&#10;&#10;Descripción generada automáticamente">
            <a:extLst>
              <a:ext uri="{FF2B5EF4-FFF2-40B4-BE49-F238E27FC236}">
                <a16:creationId xmlns:a16="http://schemas.microsoft.com/office/drawing/2014/main" id="{9060EE09-6673-56FC-3D22-A1FB12CE88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285" y="762000"/>
            <a:ext cx="1263641" cy="1074095"/>
          </a:xfrm>
          <a:prstGeom prst="rect">
            <a:avLst/>
          </a:prstGeom>
        </p:spPr>
      </p:pic>
      <p:grpSp>
        <p:nvGrpSpPr>
          <p:cNvPr id="25" name="Grupo 24">
            <a:extLst>
              <a:ext uri="{FF2B5EF4-FFF2-40B4-BE49-F238E27FC236}">
                <a16:creationId xmlns:a16="http://schemas.microsoft.com/office/drawing/2014/main" id="{A21D5EEC-AF1A-8F55-22DF-3288C249F084}"/>
              </a:ext>
            </a:extLst>
          </p:cNvPr>
          <p:cNvGrpSpPr/>
          <p:nvPr/>
        </p:nvGrpSpPr>
        <p:grpSpPr>
          <a:xfrm>
            <a:off x="5652650" y="2710750"/>
            <a:ext cx="3879273" cy="1413163"/>
            <a:chOff x="5652650" y="2710750"/>
            <a:chExt cx="3879273" cy="1413163"/>
          </a:xfrm>
        </p:grpSpPr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D792AE00-A457-E823-6D3A-B4BA8B9D707A}"/>
                </a:ext>
              </a:extLst>
            </p:cNvPr>
            <p:cNvSpPr/>
            <p:nvPr/>
          </p:nvSpPr>
          <p:spPr>
            <a:xfrm>
              <a:off x="5652650" y="2710750"/>
              <a:ext cx="3879273" cy="141316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00B0F0"/>
                  </a:solidFill>
                </a:rPr>
                <a:t>                        </a:t>
              </a:r>
              <a:r>
                <a:rPr lang="es-CL" sz="2400" b="1" dirty="0">
                  <a:solidFill>
                    <a:srgbClr val="00B0F0"/>
                  </a:solidFill>
                </a:rPr>
                <a:t>Mejoras Post         	Revisión</a:t>
              </a:r>
            </a:p>
          </p:txBody>
        </p:sp>
        <p:pic>
          <p:nvPicPr>
            <p:cNvPr id="24" name="Imagen 23" descr="Icono&#10;&#10;Descripción generada automáticamente">
              <a:extLst>
                <a:ext uri="{FF2B5EF4-FFF2-40B4-BE49-F238E27FC236}">
                  <a16:creationId xmlns:a16="http://schemas.microsoft.com/office/drawing/2014/main" id="{3B5BF900-BE9C-BC12-BD74-9E71E21185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15889" y="2923311"/>
              <a:ext cx="1131331" cy="1131331"/>
            </a:xfrm>
            <a:prstGeom prst="rect">
              <a:avLst/>
            </a:prstGeom>
          </p:spPr>
        </p:pic>
      </p:grpSp>
      <p:pic>
        <p:nvPicPr>
          <p:cNvPr id="28" name="Imagen 27" descr="Icono&#10;&#10;Descripción generada automáticamente">
            <a:extLst>
              <a:ext uri="{FF2B5EF4-FFF2-40B4-BE49-F238E27FC236}">
                <a16:creationId xmlns:a16="http://schemas.microsoft.com/office/drawing/2014/main" id="{076CD9BB-CFE0-B5D5-9A39-2DC297995F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2702" y="2286000"/>
            <a:ext cx="1131331" cy="1131331"/>
          </a:xfrm>
          <a:prstGeom prst="rect">
            <a:avLst/>
          </a:prstGeom>
        </p:spPr>
      </p:pic>
      <p:grpSp>
        <p:nvGrpSpPr>
          <p:cNvPr id="33" name="Grupo 32">
            <a:extLst>
              <a:ext uri="{FF2B5EF4-FFF2-40B4-BE49-F238E27FC236}">
                <a16:creationId xmlns:a16="http://schemas.microsoft.com/office/drawing/2014/main" id="{54AFF6CF-5316-960E-0608-6742321CE9FE}"/>
              </a:ext>
            </a:extLst>
          </p:cNvPr>
          <p:cNvGrpSpPr/>
          <p:nvPr/>
        </p:nvGrpSpPr>
        <p:grpSpPr>
          <a:xfrm>
            <a:off x="1470859" y="4744997"/>
            <a:ext cx="3879273" cy="1413163"/>
            <a:chOff x="1470859" y="4744997"/>
            <a:chExt cx="3879273" cy="1413163"/>
          </a:xfrm>
        </p:grpSpPr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FD06FB72-0D15-5392-5E12-1B3D8B49CE5E}"/>
                </a:ext>
              </a:extLst>
            </p:cNvPr>
            <p:cNvSpPr/>
            <p:nvPr/>
          </p:nvSpPr>
          <p:spPr>
            <a:xfrm>
              <a:off x="1470859" y="4744997"/>
              <a:ext cx="3879273" cy="1413163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00B0F0"/>
                  </a:solidFill>
                </a:rPr>
                <a:t>                         </a:t>
              </a:r>
              <a:r>
                <a:rPr lang="es-CL" sz="2800" b="1" dirty="0">
                  <a:solidFill>
                    <a:srgbClr val="00B0F0"/>
                  </a:solidFill>
                </a:rPr>
                <a:t>Tareas   		Pendientes</a:t>
              </a:r>
            </a:p>
          </p:txBody>
        </p:sp>
        <p:pic>
          <p:nvPicPr>
            <p:cNvPr id="32" name="Imagen 31" descr="Icono&#10;&#10;Descripción generada automáticamente">
              <a:extLst>
                <a:ext uri="{FF2B5EF4-FFF2-40B4-BE49-F238E27FC236}">
                  <a16:creationId xmlns:a16="http://schemas.microsoft.com/office/drawing/2014/main" id="{384FCD6B-D394-1D6A-F06B-BD7C7F95288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4462" y="5002266"/>
              <a:ext cx="981758" cy="9817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24677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cono&#10;&#10;Descripción generada automáticamente">
            <a:extLst>
              <a:ext uri="{FF2B5EF4-FFF2-40B4-BE49-F238E27FC236}">
                <a16:creationId xmlns:a16="http://schemas.microsoft.com/office/drawing/2014/main" id="{0CFA49C8-3807-92E0-C261-C95A5208D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491" y="589028"/>
            <a:ext cx="970555" cy="970555"/>
          </a:xfrm>
          <a:prstGeom prst="rect">
            <a:avLst/>
          </a:prstGeom>
        </p:spPr>
      </p:pic>
      <p:grpSp>
        <p:nvGrpSpPr>
          <p:cNvPr id="15" name="Grupo 14">
            <a:extLst>
              <a:ext uri="{FF2B5EF4-FFF2-40B4-BE49-F238E27FC236}">
                <a16:creationId xmlns:a16="http://schemas.microsoft.com/office/drawing/2014/main" id="{E52BA912-BE50-0C18-625F-52E7A1C89E35}"/>
              </a:ext>
            </a:extLst>
          </p:cNvPr>
          <p:cNvGrpSpPr/>
          <p:nvPr/>
        </p:nvGrpSpPr>
        <p:grpSpPr>
          <a:xfrm>
            <a:off x="623453" y="2258179"/>
            <a:ext cx="3879273" cy="1413163"/>
            <a:chOff x="1400046" y="2909874"/>
            <a:chExt cx="3879273" cy="1413163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141E8808-72D9-C481-B207-9509A01119F2}"/>
                </a:ext>
              </a:extLst>
            </p:cNvPr>
            <p:cNvSpPr/>
            <p:nvPr/>
          </p:nvSpPr>
          <p:spPr>
            <a:xfrm>
              <a:off x="1400046" y="2909874"/>
              <a:ext cx="3879273" cy="141316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sz="2400" b="1" dirty="0">
                  <a:solidFill>
                    <a:srgbClr val="00B0F0"/>
                  </a:solidFill>
                </a:rPr>
                <a:t>               Revisión </a:t>
              </a:r>
            </a:p>
            <a:p>
              <a:pPr algn="ctr"/>
              <a:r>
                <a:rPr lang="es-CL" sz="2400" b="1" dirty="0">
                  <a:solidFill>
                    <a:srgbClr val="00B0F0"/>
                  </a:solidFill>
                </a:rPr>
                <a:t>              Código</a:t>
              </a:r>
              <a:endParaRPr lang="es-CL" sz="2400" b="1" dirty="0">
                <a:solidFill>
                  <a:srgbClr val="FFFF00"/>
                </a:solidFill>
              </a:endParaRPr>
            </a:p>
          </p:txBody>
        </p:sp>
        <p:pic>
          <p:nvPicPr>
            <p:cNvPr id="14" name="Imagen 13" descr="Logotipo, Icono&#10;&#10;Descripción generada automáticamente">
              <a:extLst>
                <a:ext uri="{FF2B5EF4-FFF2-40B4-BE49-F238E27FC236}">
                  <a16:creationId xmlns:a16="http://schemas.microsoft.com/office/drawing/2014/main" id="{923AA487-21C0-5578-F86F-FA73CBD20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12152" y="3005273"/>
              <a:ext cx="1317764" cy="1317764"/>
            </a:xfrm>
            <a:prstGeom prst="rect">
              <a:avLst/>
            </a:prstGeom>
          </p:spPr>
        </p:pic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46602032-E0B7-E5B9-3F25-643B8DB0B627}"/>
              </a:ext>
            </a:extLst>
          </p:cNvPr>
          <p:cNvGrpSpPr/>
          <p:nvPr/>
        </p:nvGrpSpPr>
        <p:grpSpPr>
          <a:xfrm>
            <a:off x="2770905" y="582311"/>
            <a:ext cx="3879273" cy="1413163"/>
            <a:chOff x="2770905" y="582311"/>
            <a:chExt cx="3879273" cy="1413163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603B4256-09C6-90A3-A855-213BEEB55A8B}"/>
                </a:ext>
              </a:extLst>
            </p:cNvPr>
            <p:cNvSpPr/>
            <p:nvPr/>
          </p:nvSpPr>
          <p:spPr>
            <a:xfrm>
              <a:off x="2770905" y="582311"/>
              <a:ext cx="3879273" cy="141316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</a:rPr>
                <a:t>                           </a:t>
              </a:r>
              <a:r>
                <a:rPr lang="en-US" sz="2400" b="1" dirty="0">
                  <a:solidFill>
                    <a:schemeClr val="accent1">
                      <a:lumMod val="75000"/>
                    </a:schemeClr>
                  </a:solidFill>
                </a:rPr>
                <a:t>D</a:t>
              </a:r>
              <a:r>
                <a:rPr lang="es-CL" sz="2400" b="1" dirty="0" err="1">
                  <a:solidFill>
                    <a:srgbClr val="00B0F0"/>
                  </a:solidFill>
                </a:rPr>
                <a:t>iseñ</a:t>
              </a:r>
              <a:r>
                <a:rPr lang="es-CL" sz="2400" b="1" dirty="0" err="1">
                  <a:solidFill>
                    <a:srgbClr val="0070C0"/>
                  </a:solidFill>
                </a:rPr>
                <a:t>o</a:t>
              </a:r>
              <a:r>
                <a:rPr lang="es-CL" sz="2400" b="1" dirty="0">
                  <a:solidFill>
                    <a:srgbClr val="0070C0"/>
                  </a:solidFill>
                </a:rPr>
                <a:t> </a:t>
              </a:r>
              <a:r>
                <a:rPr lang="es-CL" sz="2400" b="1" dirty="0">
                  <a:solidFill>
                    <a:srgbClr val="00B0F0"/>
                  </a:solidFill>
                </a:rPr>
                <a:t>  		</a:t>
              </a:r>
              <a:r>
                <a:rPr lang="es-CL" sz="2400" b="1" dirty="0">
                  <a:solidFill>
                    <a:srgbClr val="0070C0"/>
                  </a:solidFill>
                </a:rPr>
                <a:t>M</a:t>
              </a:r>
              <a:r>
                <a:rPr lang="es-CL" sz="2400" b="1" dirty="0">
                  <a:solidFill>
                    <a:srgbClr val="00B0F0"/>
                  </a:solidFill>
                </a:rPr>
                <a:t>aqueta</a:t>
              </a:r>
              <a:r>
                <a:rPr lang="es-CL" sz="2400" b="1" dirty="0">
                  <a:solidFill>
                    <a:srgbClr val="0070C0"/>
                  </a:solidFill>
                </a:rPr>
                <a:t>s</a:t>
              </a:r>
            </a:p>
          </p:txBody>
        </p:sp>
        <p:pic>
          <p:nvPicPr>
            <p:cNvPr id="18" name="Imagen 17" descr="Icono&#10;&#10;Descripción generada automáticamente">
              <a:extLst>
                <a:ext uri="{FF2B5EF4-FFF2-40B4-BE49-F238E27FC236}">
                  <a16:creationId xmlns:a16="http://schemas.microsoft.com/office/drawing/2014/main" id="{1602E11E-EC2A-68AE-A870-358E44EEC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29916" y="816888"/>
              <a:ext cx="1046339" cy="1046339"/>
            </a:xfrm>
            <a:prstGeom prst="rect">
              <a:avLst/>
            </a:prstGeom>
          </p:spPr>
        </p:pic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04BB27B5-F307-E7D6-6802-62E69BAA57AB}"/>
              </a:ext>
            </a:extLst>
          </p:cNvPr>
          <p:cNvGrpSpPr/>
          <p:nvPr/>
        </p:nvGrpSpPr>
        <p:grpSpPr>
          <a:xfrm>
            <a:off x="6276110" y="2395140"/>
            <a:ext cx="3297382" cy="1413163"/>
            <a:chOff x="6276110" y="2395140"/>
            <a:chExt cx="3297382" cy="1413163"/>
          </a:xfrm>
        </p:grpSpPr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17169A63-9648-237E-7439-32A62C19E130}"/>
                </a:ext>
              </a:extLst>
            </p:cNvPr>
            <p:cNvSpPr/>
            <p:nvPr/>
          </p:nvSpPr>
          <p:spPr>
            <a:xfrm>
              <a:off x="6276110" y="2395140"/>
              <a:ext cx="3297382" cy="14131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00B0F0"/>
                  </a:solidFill>
                </a:rPr>
                <a:t>               </a:t>
              </a:r>
              <a:r>
                <a:rPr lang="es-CL" sz="2400" b="1" dirty="0">
                  <a:solidFill>
                    <a:srgbClr val="00B0F0"/>
                  </a:solidFill>
                </a:rPr>
                <a:t>En Proceso</a:t>
              </a:r>
            </a:p>
          </p:txBody>
        </p:sp>
        <p:pic>
          <p:nvPicPr>
            <p:cNvPr id="22" name="Imagen 21" descr="Icono&#10;&#10;Descripción generada automáticamente">
              <a:extLst>
                <a:ext uri="{FF2B5EF4-FFF2-40B4-BE49-F238E27FC236}">
                  <a16:creationId xmlns:a16="http://schemas.microsoft.com/office/drawing/2014/main" id="{52CC791E-A3A6-9A79-BDE6-EF227FECF82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3486" y="2561949"/>
              <a:ext cx="1079543" cy="1079543"/>
            </a:xfrm>
            <a:prstGeom prst="rect">
              <a:avLst/>
            </a:prstGeom>
          </p:spPr>
        </p:pic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535603AA-9736-7280-D2F6-B404AA4DD486}"/>
              </a:ext>
            </a:extLst>
          </p:cNvPr>
          <p:cNvGrpSpPr/>
          <p:nvPr/>
        </p:nvGrpSpPr>
        <p:grpSpPr>
          <a:xfrm>
            <a:off x="914768" y="4369938"/>
            <a:ext cx="3297382" cy="1413163"/>
            <a:chOff x="914768" y="4369938"/>
            <a:chExt cx="3297382" cy="1413163"/>
          </a:xfrm>
        </p:grpSpPr>
        <p:sp>
          <p:nvSpPr>
            <p:cNvPr id="37" name="Rectángulo 36">
              <a:extLst>
                <a:ext uri="{FF2B5EF4-FFF2-40B4-BE49-F238E27FC236}">
                  <a16:creationId xmlns:a16="http://schemas.microsoft.com/office/drawing/2014/main" id="{78DA6FA7-FBE2-3321-4362-F7D59F82DFF3}"/>
                </a:ext>
              </a:extLst>
            </p:cNvPr>
            <p:cNvSpPr/>
            <p:nvPr/>
          </p:nvSpPr>
          <p:spPr>
            <a:xfrm>
              <a:off x="914768" y="4369938"/>
              <a:ext cx="3297382" cy="1413163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00B0F0"/>
                  </a:solidFill>
                </a:rPr>
                <a:t>                   </a:t>
              </a:r>
              <a:r>
                <a:rPr lang="es-CL" sz="2400" b="1" dirty="0">
                  <a:solidFill>
                    <a:srgbClr val="00B0F0"/>
                  </a:solidFill>
                </a:rPr>
                <a:t>Prioridades para </a:t>
              </a:r>
            </a:p>
            <a:p>
              <a:pPr algn="ctr"/>
              <a:r>
                <a:rPr lang="es-CL" sz="2400" b="1" dirty="0">
                  <a:solidFill>
                    <a:srgbClr val="00B0F0"/>
                  </a:solidFill>
                </a:rPr>
                <a:t>              Trabajar </a:t>
              </a:r>
            </a:p>
          </p:txBody>
        </p:sp>
        <p:pic>
          <p:nvPicPr>
            <p:cNvPr id="42" name="Imagen 41" descr="Icono&#10;&#10;Descripción generada automáticamente">
              <a:extLst>
                <a:ext uri="{FF2B5EF4-FFF2-40B4-BE49-F238E27FC236}">
                  <a16:creationId xmlns:a16="http://schemas.microsoft.com/office/drawing/2014/main" id="{AD9E4D6F-28FF-5CE1-9A9C-3B217625260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1700" y="4628173"/>
              <a:ext cx="896692" cy="896692"/>
            </a:xfrm>
            <a:prstGeom prst="rect">
              <a:avLst/>
            </a:prstGeom>
          </p:spPr>
        </p:pic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76603E36-8CC0-A949-D9AB-968A9612019F}"/>
              </a:ext>
            </a:extLst>
          </p:cNvPr>
          <p:cNvGrpSpPr/>
          <p:nvPr/>
        </p:nvGrpSpPr>
        <p:grpSpPr>
          <a:xfrm>
            <a:off x="6040215" y="4369937"/>
            <a:ext cx="3879273" cy="1413163"/>
            <a:chOff x="6040215" y="4369937"/>
            <a:chExt cx="3879273" cy="1413163"/>
          </a:xfrm>
        </p:grpSpPr>
        <p:sp>
          <p:nvSpPr>
            <p:cNvPr id="45" name="Rectángulo 44">
              <a:extLst>
                <a:ext uri="{FF2B5EF4-FFF2-40B4-BE49-F238E27FC236}">
                  <a16:creationId xmlns:a16="http://schemas.microsoft.com/office/drawing/2014/main" id="{6DB37B49-F4A7-5B8D-A57E-516AC4EDA746}"/>
                </a:ext>
              </a:extLst>
            </p:cNvPr>
            <p:cNvSpPr/>
            <p:nvPr/>
          </p:nvSpPr>
          <p:spPr>
            <a:xfrm>
              <a:off x="6040215" y="4369937"/>
              <a:ext cx="3879273" cy="1413163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00B0F0"/>
                  </a:solidFill>
                </a:rPr>
                <a:t>                         </a:t>
              </a:r>
              <a:r>
                <a:rPr lang="es-CL" sz="2800" b="1" dirty="0">
                  <a:solidFill>
                    <a:srgbClr val="00B0F0"/>
                  </a:solidFill>
                </a:rPr>
                <a:t>Terminado</a:t>
              </a:r>
            </a:p>
          </p:txBody>
        </p:sp>
        <p:pic>
          <p:nvPicPr>
            <p:cNvPr id="40" name="Imagen 39" descr="Icono&#10;&#10;Descripción generada automáticamente">
              <a:extLst>
                <a:ext uri="{FF2B5EF4-FFF2-40B4-BE49-F238E27FC236}">
                  <a16:creationId xmlns:a16="http://schemas.microsoft.com/office/drawing/2014/main" id="{1C7F9EF4-4EF0-7D9D-022C-D40512045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71550" y="4463820"/>
              <a:ext cx="1221479" cy="12214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48371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45</Words>
  <Application>Microsoft Office PowerPoint</Application>
  <PresentationFormat>Panorámica</PresentationFormat>
  <Paragraphs>12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Gonzalo Torres del Fierro</dc:creator>
  <cp:lastModifiedBy>Gonzalo Torres del Fierro</cp:lastModifiedBy>
  <cp:revision>1</cp:revision>
  <dcterms:created xsi:type="dcterms:W3CDTF">2022-09-27T14:36:56Z</dcterms:created>
  <dcterms:modified xsi:type="dcterms:W3CDTF">2022-09-27T15:45:55Z</dcterms:modified>
</cp:coreProperties>
</file>